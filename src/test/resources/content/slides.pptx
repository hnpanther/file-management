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اسلاید اول درباره بودجه سالانه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635000"/>
            <a:ext cx="762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اسلاید دوم درباره تعمیرات اساسی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